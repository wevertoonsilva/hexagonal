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" y="0"/>
            <a:ext cx="3200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38404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tema </a:t>
            </a:r>
            <a:pPr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115568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115568"/>
            <a:ext cx="91440" cy="914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234440"/>
            <a:ext cx="3931920" cy="3547872"/>
          </a:xfrm>
          <a:prstGeom prst="rect">
            <a:avLst/>
          </a:prstGeom>
          <a:solidFill>
            <a:srgbClr val="0A0F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02352" y="1298448"/>
            <a:ext cx="18288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02352" y="1298448"/>
            <a:ext cx="18288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57216" y="134874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85232" y="134874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3248" y="1348740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307592"/>
            <a:ext cx="17830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logs-service-a.txt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48072" y="1527048"/>
            <a:ext cx="17373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 timeout connecting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[WARN]  retry attempt 3/3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FATAL  connection refused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06440" y="1719072"/>
            <a:ext cx="192024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1719072"/>
            <a:ext cx="192024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61304" y="1764792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176479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7336" y="176479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1728216"/>
            <a:ext cx="187452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metrics-dashboard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52160" y="193852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latency_p99  ######  892ms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reqs/s       ###---  1243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error_rate   ######  12%!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47488" y="2514600"/>
            <a:ext cx="178308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47488" y="2514600"/>
            <a:ext cx="178308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02352" y="256032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30368" y="256032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58384" y="2560320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2523744"/>
            <a:ext cx="173736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#incidentes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93208" y="2734056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@infra nao e aqui
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@backend verifica!!
</a:t>
            </a:r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@negocio URGENTE
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99632" y="2788920"/>
            <a:ext cx="18288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9632" y="2788920"/>
            <a:ext cx="182880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54496" y="283464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2512" y="283464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10528" y="2834640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2798064"/>
            <a:ext cx="17830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api-pod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45352" y="3008376"/>
            <a:ext cx="17190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[ERR] upstream failed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[ERR] upstream failed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[ERR] upstream failed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[ERR] upstream failed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20640" y="3840480"/>
            <a:ext cx="77724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93208" y="3767328"/>
            <a:ext cx="82296" cy="21031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93208" y="40050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 aqui!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46520" y="3840480"/>
            <a:ext cx="77724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05472" y="3767328"/>
            <a:ext cx="82296" cy="2103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0050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talvez seja la?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680960" y="1298448"/>
            <a:ext cx="987552" cy="987552"/>
          </a:xfrm>
          <a:prstGeom prst="ellipse">
            <a:avLst/>
          </a:prstGeom>
          <a:solidFill>
            <a:srgbClr val="2D1515"/>
          </a:solidFill>
          <a:ln w="25400">
            <a:solidFill>
              <a:srgbClr val="7F1D1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1389888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7680960" y="182880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571232" y="23408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resposta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967728" y="409651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7370064" y="391363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047488" y="4041648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228600" y="1280160"/>
            <a:ext cx="36576" cy="2286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5176" y="1280160"/>
            <a:ext cx="4553712" cy="2286000"/>
          </a:xfrm>
          <a:prstGeom prst="rect">
            <a:avLst/>
          </a:prstGeom>
          <a:solidFill>
            <a:srgbClr val="0F162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1353312"/>
            <a:ext cx="42519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Segunda-feira de manha.
</a:t>
            </a:r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a mensagem: </a:t>
            </a:r>
            <a:pPr indent="0" marL="0">
              <a:lnSpc>
                <a:spcPct val="135000"/>
              </a:lnSpc>
              <a:buNone/>
            </a:pPr>
            <a:r>
              <a:rPr lang="en-US" sz="1200" b="1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 falhando em producao."
</a:t>
            </a:r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log aqui, abre metrica ali, chama o time de infra, chama o time de negocio...
</a:t>
            </a:r>
            <a:pPr indent="0" marL="0">
              <a:lnSpc>
                <a:spcPct val="135000"/>
              </a:lnSpc>
              <a:buNone/>
            </a:pPr>
            <a:r>
              <a:rPr lang="en-US" sz="115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Trinta minutos depois </a:t>
            </a:r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mundo ainda tentando entender se o problema e no servico A, no B, ou se e coisa do parceiro.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28600" y="3703320"/>
            <a:ext cx="2103120" cy="658368"/>
          </a:xfrm>
          <a:prstGeom prst="rect">
            <a:avLst/>
          </a:prstGeom>
          <a:solidFill>
            <a:srgbClr val="1A0A0A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" y="3703320"/>
            <a:ext cx="2103120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374904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tecnico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47472" y="3977640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degradado, receita perdida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496312" y="3703320"/>
            <a:ext cx="2304288" cy="658368"/>
          </a:xfrm>
          <a:prstGeom prst="rect">
            <a:avLst/>
          </a:prstGeom>
          <a:solidFill>
            <a:srgbClr val="1A1200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96312" y="3703320"/>
            <a:ext cx="2304288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15184" y="374904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humano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615184" y="3977640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as 11 da noite, no escuro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28600" y="4480560"/>
            <a:ext cx="8686800" cy="50292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517136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algo falha em producao, quanto tempo leva ate voce entender o que, onde e por que? Essa resposta define a maturidade operacional de um time.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2026-03-02T20:16:14Z</dcterms:created>
  <dcterms:modified xsi:type="dcterms:W3CDTF">2026-03-02T20:16:14Z</dcterms:modified>
</cp:coreProperties>
</file>