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7432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em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9748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97480"/>
            <a:ext cx="109728" cy="10972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697480"/>
            <a:ext cx="109728" cy="10972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· Trace Distribuído · Disponibilidade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ter as respostas certas, na hora certa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tema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importa?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36576" cy="1234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" y="1389888"/>
            <a:ext cx="8650224" cy="12344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81328"/>
            <a:ext cx="8366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segunda-feira de manhã. Chega uma mensagem: "Tá falhando em produção."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a corrida — abre log aqui, abre métrica ali, chama o time de infra... trinta minutos depois todo mundo ainda tentando entender se o problema é no serviço A, no B, ou se é coisa do parceiro.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43200"/>
            <a:ext cx="42062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743200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Custo técnico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3931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degradado enquanto todos procuram a causa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impactados, receita perdida por minuto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sem dados concretos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2062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43200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Custo humano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182112"/>
            <a:ext cx="3931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engenheiro no sábado às 11 da noite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um quebra-cabeça no escuro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 peças certas para resolver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279392"/>
            <a:ext cx="8686800" cy="62179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5254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guia essa apresentação: quando algo falha em produção, quanto tempo leva até você entender o quê, onde e por quê? Essa resposta define a maturidade operacional de um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Monitoramento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4206240" cy="294436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4206240" cy="411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Monitoramento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o que pode dar errado e configura alertas para isso.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pré-definidas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"algo está errado?"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Reativo por natureza — threshold → alerta → reação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Eficaz para falhas conhecidas e esperadas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251960" cy="2944368"/>
          </a:xfrm>
          <a:prstGeom prst="rect">
            <a:avLst/>
          </a:prstGeom>
          <a:solidFill>
            <a:srgbClr val="0F1629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89888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Observabilidade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entender o estado interno a partir dos dados emitidos.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26771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o estado interno do sistema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"por que está errado?"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perguntas arbitrárias e nunca previstas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o caminho que levou até a falha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4462272"/>
            <a:ext cx="8686800" cy="43891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35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diz que o sistema tem um problema. Observabilidade explica por quê.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Pilares</a:t>
            </a:r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Observabilidade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2788920" cy="310896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278892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aconteceu?"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" y="2103120"/>
            <a:ext cx="2560320" cy="1188720"/>
          </a:xfrm>
          <a:prstGeom prst="rect">
            <a:avLst/>
          </a:prstGeom>
          <a:solidFill>
            <a:srgbClr val="05081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157984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UserService: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 connecting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port 5432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389888"/>
            <a:ext cx="2788920" cy="310896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389888"/>
            <a:ext cx="278892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Métricas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está acontecendo?"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2103120"/>
            <a:ext cx="2560320" cy="1188720"/>
          </a:xfrm>
          <a:prstGeom prst="rect">
            <a:avLst/>
          </a:prstGeom>
          <a:solidFill>
            <a:srgbClr val="05081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157984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latency_p99   342ms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error_rate    2.1%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    4523rps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389888"/>
            <a:ext cx="2788920" cy="310896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389888"/>
            <a:ext cx="278892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qual caminho?"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3368" y="2103120"/>
            <a:ext cx="2560320" cy="1188720"/>
          </a:xfrm>
          <a:prstGeom prst="rect">
            <a:avLst/>
          </a:prstGeom>
          <a:solidFill>
            <a:srgbClr val="05081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157984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TraceID: abc-123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Auth →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Duration: 234ms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908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mágica está quando os três conversam entre si — correlacionados pelo mesmo TraceID.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CONTEXTO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Logs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bastam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36576" cy="1234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" y="1389888"/>
            <a:ext cx="8650224" cy="12344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81328"/>
            <a:ext cx="8366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Evandro vê no dashboard que a latência subiu 300% às 14h. Chama o José, que abre os logs — mas são de três serviços diferentes, sem conexão entre eles. Você sabe que tem um problema, tem evidências espalhadas, mas não consegue montar a história completa.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61488"/>
            <a:ext cx="2788920" cy="12984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" y="32461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dizem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" y="3474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2761488"/>
            <a:ext cx="2788920" cy="12984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32461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dizem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3474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2761488"/>
            <a:ext cx="2788920" cy="1298448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63640" y="32461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diz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474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qual caminho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28600" y="4187952"/>
            <a:ext cx="8686800" cy="694944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6110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aí que entra o Trace. Ele muda completamente a velocidade do diagnóstico — se métricas dizem o quê e logs dizem o que aconteceu, o trace diz por qual caminho.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Trace?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36576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" y="1389888"/>
            <a:ext cx="4123944" cy="86868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813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log é uma foto de um momento, o trace é o filme completo da requisição. Você sabe onde, em que ordem, quanto tempo cada etapa levou e onde a coisa quebrou.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41605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331720"/>
            <a:ext cx="416052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414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770632"/>
            <a:ext cx="38862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jornada end-to-end completa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— unidade mínima: início, fim,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— ID único por todos os serviços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SpanID — identifica cada operação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— hierarquia entre spans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389888"/>
            <a:ext cx="4251960" cy="2907792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389888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real de um Trace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47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API Gateway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18470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234ms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194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└▶ Auth 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1945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→ 45ms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542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└▶ User Service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→ 180ms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889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└▶ DB Query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8895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→ 170ms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2369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└▶ ⚠ Slow Query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2369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110ms+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75888"/>
            <a:ext cx="4251960" cy="594360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30752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Gargalo: DB Query lenta é responsável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latência total da requisição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DISTRIBUÍDO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86868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monolito, trace já ajuda muito. Mas no mundo de microsserviços — que é o mundo que a gente vive — ele se torna indispensável.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4206240" cy="22128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084832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Propagação de Contexto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523744"/>
            <a:ext cx="39319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viaja via headers HTTP / gRPC / Kafka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W3C TraceContext (header traceparent)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lê o contexto, cria span filho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cross-language e cross-platform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serviço que respeite o padrão participa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4251960" cy="22128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84832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94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Ferramentas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523744"/>
            <a:ext cx="39776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— padrão aberto (CNCF)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— open source, origem Uber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 — origem Twitter, simples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— enterprise, usado aqui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Tempo — stack OSS integrado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DISTRIBUÍDO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se propaga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gerado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1837944"/>
            <a:ext cx="914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19072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19072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TraceID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90672" y="1837944"/>
            <a:ext cx="914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9544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9544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contexto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span filho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81144" y="1837944"/>
            <a:ext cx="914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0016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0016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 contexto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span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71616" y="1837944"/>
            <a:ext cx="914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90488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Banco/Cache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de DB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medida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62088" y="1837944"/>
            <a:ext cx="914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0416" y="146304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41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80960" y="233172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26060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completo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246120"/>
            <a:ext cx="8686800" cy="658368"/>
          </a:xfrm>
          <a:prstGeom prst="rect">
            <a:avLst/>
          </a:prstGeom>
          <a:solidFill>
            <a:srgbClr val="05081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2918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W3C TraceContext — header que viaja em cada chamada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traceparent: 00-abc123def456...-789span01-01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versão  ── traceID (16 bytes) ──  spanID  flags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4005072"/>
            <a:ext cx="86868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78224"/>
            <a:ext cx="8412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abre o Dynatrace e vê o caminho completo — API Gateway, nosso serviço, serviço do parceiro — tudo num único trace, com o tempo de cada etapa e onde a falha aconteceu.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IMPACTO PRÁTICO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no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 dia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4206240" cy="2633472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4206240" cy="411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Sem Trace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dispara — todo mundo abre seu sistema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o jogo do "não é aqui"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manual de evidências espalhadas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30–60min para identificar a causa raiz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por suposição, não por dados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51960" cy="2633472"/>
          </a:xfrm>
          <a:prstGeom prst="rect">
            <a:avLst/>
          </a:prstGeom>
          <a:solidFill>
            <a:srgbClr val="0D1B40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89888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 Trace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o TraceID da requisição problemática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no Dynatrace — vê o caminho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explodiu em qual span?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Minutos, não horas para causa raiz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técnica precisa com parceiro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160520"/>
            <a:ext cx="8686800" cy="71323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3367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impacta diretamente o MTTR — Mean Time to Recovery. Uma das métricas mais importantes de maturidade operacional de engenharia.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VALOR DE NEGÓCIO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técnico: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negócio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2743200" cy="2907792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274320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sistemas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problema está do lado do parceiro mas ele questiona — com trace, você tem evidência técnica irrefutável: timestamps, payload, status 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89888"/>
            <a:ext cx="2743200" cy="2907792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389888"/>
            <a:ext cx="274320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375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externas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aciona um parceiro, a primeira coisa que eles pedem é o trace. Sem trace, você não tem essa evidência para apoiar a conversa.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389888"/>
            <a:ext cx="2743200" cy="2907792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389888"/>
            <a:ext cx="274320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incidente acontece e em 10 minutos você diz exatamente o que falhou, por quê e o que está sendo feito — isso constrói credibilidade.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434840"/>
            <a:ext cx="8686800" cy="43891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079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que têm boa observabilidade respondem com dados, não com suposições.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PanCred · ConsigCard · Pismo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09728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09728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261872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0C2B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61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Case Real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600200"/>
            <a:ext cx="36576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" y="1600200"/>
            <a:ext cx="4123944" cy="10058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PanCred chamou nossa API no ConsigCard para simular um saque. Nossa API chamou a API da Pismo. Os cálculos voltaram incorretos — o usuário estava recebendo valores errados.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679192"/>
            <a:ext cx="41605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79192"/>
            <a:ext cx="416052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118104"/>
            <a:ext cx="38862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Acionamos a Pismo: primeira coisa que pediram: "me manda o trace"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ConsigCard propaga contexto em todas as chamadas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Dynatrace: TraceID completo em segundos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600200"/>
            <a:ext cx="4251960" cy="2834640"/>
          </a:xfrm>
          <a:prstGeom prst="rect">
            <a:avLst/>
          </a:prstGeom>
          <a:solidFill>
            <a:srgbClr val="052624"/>
          </a:solidFill>
          <a:ln w="12700">
            <a:solidFill>
              <a:srgbClr val="065F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600200"/>
            <a:ext cx="425196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0299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Pismo viu o request exato nos servidores deles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Identificaram o bug interno rapidamente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liberada no mesmo 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337560"/>
            <a:ext cx="4251960" cy="530352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83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trace: ciclo longo de e-mails, prints e suposições.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913632"/>
            <a:ext cx="4251960" cy="502920"/>
          </a:xfrm>
          <a:prstGeom prst="rect">
            <a:avLst/>
          </a:prstGeom>
          <a:solidFill>
            <a:srgbClr val="052624"/>
          </a:solidFill>
          <a:ln w="12700">
            <a:solidFill>
              <a:srgbClr val="065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9593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trace: conversa técnica precisa, problema resolvido no dia.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480560"/>
            <a:ext cx="868680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53712"/>
            <a:ext cx="8412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case resume tudo: métricas te avisam, logs te contam, trace te mostra o caminho.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Disponibilidade?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36576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" y="1389888"/>
            <a:ext cx="8650224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81328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gente fala de disponibilidade, o instinto é pensar: "o serviço tá up ou down?" Mas disponibilidade em sistemas modernos é uma pergunta muito mais sutil do que essa.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1828800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86000"/>
            <a:ext cx="4206240" cy="411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Disponibilidade Sintática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responde 200 OK. O orquestrador marca o pod como healthy. Tudo verde nos dashboards. Mas isso é tudo?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251960" cy="1828800"/>
          </a:xfrm>
          <a:prstGeom prst="rect">
            <a:avLst/>
          </a:prstGeom>
          <a:solidFill>
            <a:srgbClr val="0D1B40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95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Disponibilidade Semântica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7432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responde 200 OK… mas o resultado está incorreto, degradado ou incompleto para quem está do outro lado da tela.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224528"/>
            <a:ext cx="8686800" cy="62179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serviço pode estar "vivo" para o orquestrador e completamente degradado para quem está do outro lado da tela. A diferença entre as duas é exatamente onde mora o problema.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Medindo disponibilidade: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SLO · SLI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4160520" cy="2670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416052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famosos "Noves"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865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noves)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8653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~3,65 dias/ano de downtime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384048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99,9%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 noves)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377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~8,76 horas/ano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384048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895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99,99%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 noves)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28895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~52,6 min/ano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384048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015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99,999%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(5 noves)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40156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~5,26 min/ano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389888"/>
            <a:ext cx="4297680" cy="2670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389888"/>
            <a:ext cx="429768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996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SLO · SLI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874520"/>
            <a:ext cx="475488" cy="25603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8745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18745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real: % de requisições com sucesso, latência, etc.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532888"/>
            <a:ext cx="475488" cy="25603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3288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253288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interna: ex. "latência p99 &lt; 200ms por 99,9% do tempo"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91256"/>
            <a:ext cx="475488" cy="25603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9125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19125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com o cliente: consequências se o SLO for violado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4187952"/>
            <a:ext cx="8686800" cy="62179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6110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é o que você mede. SLO é o que você quer. SLA é o que você prometeu.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— KUBERNETES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Readiness Probe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4206240" cy="2999232"/>
          </a:xfrm>
          <a:prstGeom prst="rect">
            <a:avLst/>
          </a:prstGeom>
          <a:solidFill>
            <a:srgbClr val="1A1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420624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  Liveness Probe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18105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está vivo?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06654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falhar, o orquestrador reinicia o container. Cuida da sobrevivência do processo.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3931920" cy="1572768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9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Armadilha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944368"/>
            <a:ext cx="3657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sensível demais, pode falhar durante alta carga — causando um loop de reinicializações em cascata que piora o incidente em vez de resolver.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89888"/>
            <a:ext cx="4251960" cy="2999232"/>
          </a:xfrm>
          <a:prstGeom prst="rect">
            <a:avLst/>
          </a:prstGeom>
          <a:solidFill>
            <a:srgbClr val="0D1B40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89888"/>
            <a:ext cx="425196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Readiness Probe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está pronto para receber tráfego?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1031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falhar, o pod sai do balanceador. Processo preservado — para de receber novas requisições até se recuperar.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43200"/>
            <a:ext cx="3931920" cy="144475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346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 lenta do serviço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temporária de recursos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ainda não prontas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526280"/>
            <a:ext cx="8686800" cy="347472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cuida da sobrevivência do processo. Readiness cuida da qualidade do tráfego que ele recebe.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verdes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significam tudo bem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36576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" y="1389888"/>
            <a:ext cx="8650224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81328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e readiness verdes não significam que tudo está bem. Eles são checks de infraestrutura — não sabem nada sobre o que está acontecendo dentro da sua lógica de negócio.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2743200" cy="148132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359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🟢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" y="2852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Probe: 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1455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responde ao health check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2743200" cy="1481328"/>
          </a:xfrm>
          <a:prstGeom prst="rect">
            <a:avLst/>
          </a:prstGeom>
          <a:solidFill>
            <a:srgbClr val="1A1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59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91840" y="2852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degradada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1455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com falha silenciosa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286000"/>
            <a:ext cx="2743200" cy="1481328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359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😞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63640" y="2852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Usuário: impactado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1455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ruim sem nenhum alerta visível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913632"/>
            <a:ext cx="8686800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precisamos ir além e conectar disponibilidade com SLOs — monitorando degradações silenciosas que os probes nunca capturariam.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ponte entre infraestrutura e experiência real do usuário é o que o Evandro aprofundará em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 Disponibilidade: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344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2344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389888"/>
            <a:ext cx="4206240" cy="157276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89888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Detecção precisa de falhas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revelam exatamente onde uma falha ocorreu. Em vez de buscar em N logs de N serviços, você vê o span com erro imediatamente.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57276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89888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99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Redução do MTTR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contexto completo da requisição falhante, equipes resolvem incidentes muito mais rápido — dados, não suposições.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4206240" cy="157276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08960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18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Root Cause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distribuído conecta o sintoma (erro na API) à causa raiz (timeout no serviço do parceiro chamado pelo serviço de pedido).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206240" cy="157276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108960"/>
            <a:ext cx="42062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18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SLO Alerting proativo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traces com taxa de erro, é possível alertar antes de violar o SLO acordado — agindo antes de o usuário perceber.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572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57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juntos formam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uma operação real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6596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965960"/>
            <a:ext cx="109728" cy="10972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76272"/>
            <a:ext cx="2633472" cy="138988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76272"/>
            <a:ext cx="2633472" cy="411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2706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9992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avisam que algo está errado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2176272"/>
            <a:ext cx="2633472" cy="138988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2176272"/>
            <a:ext cx="2633472" cy="411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22860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19272" y="2706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29992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contam o que aconteceu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44184" y="2176272"/>
            <a:ext cx="2633472" cy="1389888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4184" y="2176272"/>
            <a:ext cx="2633472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22860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35624" y="2706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35624" y="29992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mostram o caminho completo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730752"/>
            <a:ext cx="8321040" cy="932688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03904"/>
            <a:ext cx="8046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não é sobre ter mais dashboards.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 ter as respostas certas, na hora certa, para tomar decisões com confiança.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Observabilidade em Sistemas Distribuídos</dc:title>
  <dc:subject>PptxGenJS Presentation</dc:subject>
  <dc:creator>PptxGenJS</dc:creator>
  <cp:lastModifiedBy>PptxGenJS</cp:lastModifiedBy>
  <cp:revision>1</cp:revision>
  <dcterms:created xsi:type="dcterms:W3CDTF">2026-03-02T19:15:29Z</dcterms:created>
  <dcterms:modified xsi:type="dcterms:W3CDTF">2026-03-02T19:15:29Z</dcterms:modified>
</cp:coreProperties>
</file>